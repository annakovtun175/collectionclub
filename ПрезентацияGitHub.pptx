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B932B-E9C0-0B0F-1892-570D953F6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313E23-4A5D-CD5F-3485-4E6320644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D9924F-001A-C35F-2FF2-078025BA2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C69CEE-3C94-33A7-8C02-C469D4D4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07DDE-87E3-3707-457E-31A57BB9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761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5ED30-0A2F-68DF-5ABC-F8622FC4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3B346D-6BDE-CC17-2FBC-CA6BEBCC3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151450-45CC-34C3-8500-7D55EECA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1CBE8-4B1E-A229-E592-77254F33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C32D3B-9623-7C43-8653-00516BC3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35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2482F-84A2-0272-7A27-14FE3ECC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057EB-9E08-1311-9DE8-A2DB05585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5A7B85-4A90-84B4-ABED-DAEF2F43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21DFE3-DD7B-3D1E-0510-8B3AE1D6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FF62D9-0632-6FDB-0AE1-C0E0F2FD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940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52CF4-174B-FFB8-3024-AA3702477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1D1F10-E063-6D36-C55F-497114033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31929E-9E5E-F5E0-4DDD-9C3E933F8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F20270-2E65-405A-2DA6-0C9079D1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176E1E-293F-9614-35DA-1CC26002D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784A82-77B4-A6DF-FD69-2346B946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11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7EA9C-1A09-B707-F816-55D32AE4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9F835A-F5B4-DAF9-8C39-12CB13259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FA07E7-FBD7-A961-EA5D-77FFFA6D2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F334CCF-DF9F-F3E5-F37F-B6D1D1B3C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5FD51B9-D3FE-2B41-2E79-89C468939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4DF1C91-A2EA-CE37-E5A0-0461CAAC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66B71DF-DAF3-982E-A2FF-61BBA3F3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4A5E25-9474-5DC1-048D-2A3E339B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4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610D6-824B-AAA5-3E8E-6D3573D6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D5CE15-AA6D-48BA-B6B4-4BFD2088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591F13-5608-5334-0FDB-81E0529D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0ADD09-C7C9-204A-8C69-BA0F1958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32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20DD9F-4D30-7113-1220-AD31D8DA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2E281C-D48E-A171-7644-829401E8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197187-142D-F095-A0C0-2812A84C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00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34BB4-71CF-3473-6E7F-3DBEDCBB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A4C287-903B-5FE9-50EF-0CE419433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B3425C-EAAD-C65B-102A-97B8989CF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494D11-9021-8A6F-B35F-04FE0D5D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BDE8F9-BC59-6189-8AFD-1FFBA1AD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D56647-4068-0AF6-6A21-796E402F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38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FD831-C733-F940-27A3-7B2A7FED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4156E5-7C48-E5FC-08C6-4B80AD0C2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89B419-205D-FD5E-0D47-6FD08CB65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9DB988-F999-BDC3-74A2-2A0088E6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D7C2BC-46DE-3A2E-2D81-71EF7DEC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B88782-E826-8EDB-4DBF-B208434B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871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671C7-AE7D-3EA2-DD01-725898BBD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AE2127-CE4F-0685-5FB1-1B3148EAD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B24899-CC70-9FB2-6FE0-30B42D15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6D59E5-73EB-6E47-A6DF-705EB2E3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A55C83-1B2B-E08D-90E7-C0D26A7E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4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5278FA3-C9E0-3833-1F71-0AE81F958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FB8C06-4A6B-DC1B-9A81-37EED3CAD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3968BF-6384-8B37-9733-1D60D205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AC69AF-E1AB-A549-130E-F6101FA3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82E135-CD57-D069-264F-914B6B1E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88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78C6C-2852-159E-DDAB-E812DE34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32329C-2FA6-7178-A172-9A4FE6E86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DD454C-13B4-CF66-4991-2CA702198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4764-7AE8-4470-98AA-9E8B89ED014F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EFC28-E7DE-F443-1F04-F14367960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17D63D-3256-F479-F47A-55CDA3C0B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729D5-27CF-48FF-B661-E0A44A660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82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9E8A2-E904-0D70-B8D9-4CF2E3C62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Презентация</a:t>
            </a:r>
            <a:r>
              <a:rPr lang="en-US" dirty="0"/>
              <a:t>GitHub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579144-E04E-26AB-6142-1D6817433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7812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Anutka Valter</dc:creator>
  <cp:lastModifiedBy>Anutka Valter</cp:lastModifiedBy>
  <cp:revision>1</cp:revision>
  <dcterms:created xsi:type="dcterms:W3CDTF">2025-11-08T12:53:51Z</dcterms:created>
  <dcterms:modified xsi:type="dcterms:W3CDTF">2025-11-08T12:54:00Z</dcterms:modified>
</cp:coreProperties>
</file>